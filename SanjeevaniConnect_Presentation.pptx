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 SanjeevaniConnect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 Telemedicine &amp; Clinical Triage Platform for Rural India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ASHA Field Workers • Deterministic On-Device Triage • 11 Indian Languages • Low-Bandwidth WebRTC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4572000"/>
            <a:ext cx="1033272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4846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2,400+ Villages Covered    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1.2L+ Lives Impacted     </a:t>
            </a:r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340 Doctors Online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B6D4"/>
                </a:solidFill>
              </a:rPr>
              <a:t>1. Problem Statement: The Rural Healthcare Divide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• Intermittent / Zero Connectivity:
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   Existing apps like eSanjeevani assume stable 4G/5G, failing completely in rural Sub-Centres.
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• Smartphone Literacy &amp; Language Barriers:
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   Rural elderly patients cannot navigate complex UIs. Care is mediated by ASHA field workers.
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• Critical Delays in Emergency Triage:
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   Chest pain, acute coronary syndromes (ACS), and severe respiratory distress go unrecognized until fatal.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B6D4"/>
                </a:solidFill>
              </a:rPr>
              <a:t>2. Core Philosophy: Zero-Internet Critical Path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291840" cy="4389120"/>
          </a:xfrm>
          <a:prstGeom prst="rect">
            <a:avLst/>
          </a:prstGeom>
          <a:solidFill>
            <a:srgbClr val="131E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</a:rPr>
              <a:t>📱 100% Offline Intake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Zero internet needed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Pure local storage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Multilingual voice intake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Demographic enrollment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Runs in Airplane Mode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9120" y="1371600"/>
            <a:ext cx="3291840" cy="4389120"/>
          </a:xfrm>
          <a:prstGeom prst="rect">
            <a:avLst/>
          </a:prstGeom>
          <a:solidFill>
            <a:srgbClr val="131E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🧠 On-Device Triage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0" y="228600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Pure deterministic ICMR rules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Zero cloud latency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Critical ACS recognition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Urgent protocol triggers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Immediate ASHA guidance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291840" cy="4389120"/>
          </a:xfrm>
          <a:prstGeom prst="rect">
            <a:avLst/>
          </a:prstGeom>
          <a:solidFill>
            <a:srgbClr val="131E35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⚡ 3-State Sync Queue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0" y="228600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🔴 Offline-only state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🟡 Syncing background worker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🟢 Synced to PHC cloud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Conflict-free resolution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Tolerates dropped signals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B6D4"/>
                </a:solidFill>
              </a:rPr>
              <a:t>3. End-to-End 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1. ASHA Field Worker App (React + Offline Storage):
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   Collects demographics, speech recognition in 11 languages, runs on-device triage table.
</a:t>
            </a:r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2. Resilient Sync Engine (Background Worker):
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   Automatically batches queued consultations when intermittent signal restores.
</a:t>
            </a:r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</a:rPr>
              <a:t>3. PHC Backend Hub (Node.js + Socket.io + Express):
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   Real-time priority broadcasting, WebRTC signaling, ICMR generic formulary engine.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4. Doctor &amp; Patient Portals (Teleconsultation &amp; e-Prescription):
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   Live queue with emergency siren, 2G WebRTC call, ICMR PDF generation, vernacular audio readout.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B6D4"/>
                </a:solidFill>
              </a:rPr>
              <a:t>4. ICMR Clinical Triage Decision Table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515600" cy="91440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B6D4"/>
                          </a:solidFill>
                        </a:rPr>
                        <a:t>Symptoms &amp; Red Flags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B6D4"/>
                          </a:solidFill>
                        </a:rPr>
                        <a:t>Age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B6D4"/>
                          </a:solidFill>
                        </a:rPr>
                        <a:t>Priority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B6D4"/>
                          </a:solidFill>
                        </a:rPr>
                        <a:t>Action Protocol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Chest pain + Sweating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&gt; 40 yrs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CRITICAL (95)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Suspected ACS: Stat Aspirin 325mg + 108 Transit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Breathing difficulty OR Fever &gt; 3 days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Any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CRITICAL (90)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Severe Respiratory: Nebulization + SpO2 monitor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Fever (&lt;=3 days) + Cough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Any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563EB"/>
                          </a:solidFill>
                        </a:rPr>
                        <a:t>ROUTINE (45)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Uncomplicated viral URTI: Paracetamol + Cetirizine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Minor ache / Mild cold, no fever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Any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</a:rPr>
                        <a:t>SELF-CARE (15)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Home care remedies + ASHA follow-up in 48h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B6D4"/>
                </a:solidFill>
              </a:rPr>
              <a:t>5. Automated e-Prescriptions &amp; Voice Readout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• Evidence-Based NLEM Generic Regimens:
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   Automatically suggests generic formulations tailored to patient age and clinical triage category.
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• 1-Click Official ICMR PDF Generation:
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   Generates standardized e-Prescriptions with Ayushman Bharat ABHA QR, doctor MCI registration, and digital stamp.
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• Vernacular Audio Readout in 11 Indian Languages:
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   Patients click the audio button to hear medicine timings and directions read aloud in Hindi, Tamil, Telugu, etc.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B6D4"/>
                </a:solidFill>
              </a:rPr>
              <a:t>6. Unified Multi-Role Gateway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291840" cy="4389120"/>
          </a:xfrm>
          <a:prstGeom prst="rect">
            <a:avLst/>
          </a:prstGeom>
          <a:solidFill>
            <a:srgbClr val="131E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👩‍⚕️ ASHA Field App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Patient Registration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Voice Symptom Intake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Pure Deterministic Triage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3-State Sync Queue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Outdoor Visibility Mode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9120" y="1371600"/>
            <a:ext cx="3291840" cy="4389120"/>
          </a:xfrm>
          <a:prstGeom prst="rect">
            <a:avLst/>
          </a:prstGeom>
          <a:solidFill>
            <a:srgbClr val="131E35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👨‍⚕️ Doctor Dashboard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0" y="228600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Live Priority Queue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Emergency Siren Alarm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WebRTC Video/Audio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Automated e-Rx Formulator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Digital MCI Signature Stamp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291840" cy="4389120"/>
          </a:xfrm>
          <a:prstGeom prst="rect">
            <a:avLst/>
          </a:prstGeom>
          <a:solidFill>
            <a:srgbClr val="131E35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</a:rPr>
              <a:t>👤 Patient Portal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0" y="228600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Digital ABHA Card + QR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Clinical Case Status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Medicine Dosage Schedule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1-Click PDF Download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Audio Voice Directions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B6D4"/>
                </a:solidFill>
              </a:rPr>
              <a:t>7. Technology Stack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515600" cy="91440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B6D4"/>
                          </a:solidFill>
                        </a:rPr>
                        <a:t>Layer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B6D4"/>
                          </a:solidFill>
                        </a:rPr>
                        <a:t>Technology Stack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B6D4"/>
                          </a:solidFill>
                        </a:rPr>
                        <a:t>Purpose in SanjeevaniConnect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Frontend UI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React 18 + Vite + TailwindCSS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Blazing fast, responsive mobile-first UI with dark/light mode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Offline Storage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LocalStorage + SyncQueue Worker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Guarantees zero-network persistence on device first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Backend Hub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Node.js + Express + Socket.io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Real-time WebSocket priority alerts &amp; REST sync endpoints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Teleconsultation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WebRTC (Peer-to-Peer)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Low-bandwidth audio/video calls with 2G fallback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e-Prescriptions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jsPDF + ICMR Clinical Rules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Official PDF prescription generation with ABHA QR code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B6D4"/>
                </a:solidFill>
              </a:rPr>
              <a:t>8. Impact &amp; Future 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• Immediate Rural Impact:
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   Empowers 10 lakh+ ASHA workers to triage and save lives during the golden hour without waiting for connectivity.
</a:t>
            </a:r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• National Scalability:
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   Full compliance with Ayushman Bharat Digital Mission (ABDM) and ICMR Standard Treatment Guidelines.
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• Open &amp; Modular Architecture:
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   Easy integration with existing state health registries and primary health centre tele-hubs.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Government of India Rural Telemedicine Initiative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SanjeevaniConnect - Offline-First Rural Telemedicine</dc:title>
  <dc:subject>PptxGenJS Presentation</dc:subject>
  <dc:creator>SanjeevaniConnect Team</dc:creator>
  <cp:lastModifiedBy>SanjeevaniConnect Team</cp:lastModifiedBy>
  <cp:revision>1</cp:revision>
  <dcterms:created xsi:type="dcterms:W3CDTF">2026-08-23T06:22:37Z</dcterms:created>
  <dcterms:modified xsi:type="dcterms:W3CDTF">2026-08-23T06:22:37Z</dcterms:modified>
</cp:coreProperties>
</file>